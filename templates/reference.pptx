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PandocPro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minimal reference style for testing exports.</a:t>
            </a:r>
          </a:p>
          <a:p>
            <a:pPr lvl="0"/>
            <a:r>
              <a:rPr/>
              <a:t>Heading and bullet sample</a:t>
            </a:r>
          </a:p>
          <a:p>
            <a:pPr lvl="0"/>
            <a:r>
              <a:rPr/>
              <a:t>Body text using default fonts</a:t>
            </a:r>
          </a:p>
          <a:p>
            <a:pPr lvl="0" indent="0">
              <a:buNone/>
            </a:pPr>
            <a:r>
              <a:rPr>
                <a:latin typeface="Courier"/>
              </a:rPr>
              <a:t>Code sample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2025-11-27T16:38:27Z</dcterms:created>
  <dcterms:modified xsi:type="dcterms:W3CDTF">2025-11-27T16:38:27Z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